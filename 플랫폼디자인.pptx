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25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51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35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58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61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2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8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54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4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02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58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DA54D-0F14-48EA-BC44-EECF268D7A5D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3C29A-3D6A-419E-9C68-D41CAB3F5A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53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2467427" y="754743"/>
            <a:ext cx="1451430" cy="1480457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639144" y="245291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latin typeface="+mn-ea"/>
              </a:rPr>
              <a:t>임영석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95624" y="290146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mtClean="0">
                <a:latin typeface="+mn-ea"/>
              </a:rPr>
              <a:t>학장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1026" name="Picture 2" descr="울산대의대로고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478" y="3363125"/>
            <a:ext cx="22193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333" y="3783025"/>
            <a:ext cx="971947" cy="10033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0885"/>
            <a:ext cx="6858000" cy="177022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7829" y="7576457"/>
            <a:ext cx="5595257" cy="1175657"/>
          </a:xfrm>
          <a:prstGeom prst="rect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87829" y="9347457"/>
            <a:ext cx="5595257" cy="1175657"/>
          </a:xfrm>
          <a:prstGeom prst="rect">
            <a:avLst/>
          </a:prstGeom>
          <a:noFill/>
          <a:ln w="63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19452" y="7970613"/>
            <a:ext cx="4532010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200" dirty="0" smtClean="0">
                <a:latin typeface="+mn-ea"/>
              </a:rPr>
              <a:t>울산대 의과대학 </a:t>
            </a:r>
            <a:r>
              <a:rPr lang="ko-KR" altLang="en-US" sz="2200" dirty="0" err="1" smtClean="0">
                <a:latin typeface="+mn-ea"/>
              </a:rPr>
              <a:t>학생규정</a:t>
            </a:r>
            <a:r>
              <a:rPr lang="ko-KR" altLang="en-US" sz="2200" dirty="0" smtClean="0">
                <a:latin typeface="+mn-ea"/>
              </a:rPr>
              <a:t> 및 학칙</a:t>
            </a:r>
            <a:endParaRPr lang="ko-KR" altLang="en-US" sz="2200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21518" y="9719841"/>
            <a:ext cx="2327880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200" dirty="0" smtClean="0">
                <a:latin typeface="+mn-ea"/>
              </a:rPr>
              <a:t>UWINS </a:t>
            </a:r>
            <a:r>
              <a:rPr lang="ko-KR" altLang="en-US" sz="2200" dirty="0" err="1" smtClean="0">
                <a:latin typeface="+mn-ea"/>
              </a:rPr>
              <a:t>바로가기</a:t>
            </a:r>
            <a:endParaRPr lang="ko-KR" altLang="en-US" sz="2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6803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9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uuhu</dc:creator>
  <cp:lastModifiedBy>uuhu</cp:lastModifiedBy>
  <cp:revision>2</cp:revision>
  <dcterms:created xsi:type="dcterms:W3CDTF">2026-03-17T23:19:43Z</dcterms:created>
  <dcterms:modified xsi:type="dcterms:W3CDTF">2026-03-17T23:44:37Z</dcterms:modified>
</cp:coreProperties>
</file>